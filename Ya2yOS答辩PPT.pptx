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Ya2yOS 内核设计与工程实践答辩</dc:title>
  <dc:subject>由 Docs/ya2yos/slides/defense.typ 导出</dc:subject>
  <dc:creator>Ya2yOS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